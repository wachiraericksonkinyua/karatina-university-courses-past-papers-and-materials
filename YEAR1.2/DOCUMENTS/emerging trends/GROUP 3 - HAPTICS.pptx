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D956-86E4-44D3-9629-19348870D5DA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07055-789E-4871-96E3-C0637B34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D956-86E4-44D3-9629-19348870D5DA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07055-789E-4871-96E3-C0637B34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9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smtClean="0"/>
              <a:t>HAPTICS</a:t>
            </a:r>
            <a:endParaRPr lang="en-US" sz="5500" b="0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74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1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DEFINATION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0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IMPORTANCE OF HAPTICS</a:t>
            </a:r>
            <a:r>
              <a:rPr lang="en-US" b="0" i="0" smtClean="0">
                <a:solidFill>
                  <a:srgbClr val="0D0D0D"/>
                </a:solidFill>
                <a:effectLst/>
                <a:latin typeface="Söhne"/>
              </a:rPr>
              <a:t/>
            </a:r>
            <a:br>
              <a:rPr lang="en-US" b="0" i="0" smtClean="0">
                <a:solidFill>
                  <a:srgbClr val="0D0D0D"/>
                </a:solidFill>
                <a:effectLst/>
                <a:latin typeface="Söhne"/>
              </a:rPr>
            </a:b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02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APPLICATIONS OF HAPTICS</a:t>
            </a:r>
            <a:endParaRPr lang="en-US" sz="4000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5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51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2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HAPTICS FEEDBACK</a:t>
            </a:r>
            <a:br>
              <a:rPr lang="en-US" smtClean="0"/>
            </a:b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56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86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/>
              <a:t>5</a:t>
            </a:r>
            <a:endParaRPr lang="en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2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FUTURE TRENDS IN HAPTICS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3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9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11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CHALLENGES AND LIMITATIONS 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75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20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HAPTICS IN ACCESSIBILITY</a:t>
            </a:r>
            <a:endParaRPr lang="en-KE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36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89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ETHICAL  CONSIDERATION</a:t>
            </a:r>
            <a:endParaRPr lang="en-KE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7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HAPTICS IN EDUCATION</a:t>
            </a:r>
            <a:endParaRPr lang="en-KE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7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53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smtClean="0"/>
              <a:t>CONSUMER DEVICES WITH HAPTIC TECHNOLOGY</a:t>
            </a:r>
            <a:endParaRPr lang="en-KE" sz="2500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33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60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HAPTIC DESIGN PRINCIPLES </a:t>
            </a:r>
            <a:endParaRPr lang="en-KE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23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35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On-screen Show (16:9)</PresentationFormat>
  <Paragraphs>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Poppins Black</vt:lpstr>
      <vt:lpstr>Söhne</vt:lpstr>
      <vt:lpstr>Office Theme</vt:lpstr>
      <vt:lpstr>HAPTICS</vt:lpstr>
      <vt:lpstr>PowerPoint Presentation</vt:lpstr>
      <vt:lpstr>DEFINATION</vt:lpstr>
      <vt:lpstr>IMPORTANCE OF HAPTICS </vt:lpstr>
      <vt:lpstr>APPLICATIONS OF HAPTICS</vt:lpstr>
      <vt:lpstr>PowerPoint Presentation</vt:lpstr>
      <vt:lpstr>PowerPoint Presentation</vt:lpstr>
      <vt:lpstr>HAPTICS FEEDBACK </vt:lpstr>
      <vt:lpstr>PowerPoint Presentation</vt:lpstr>
      <vt:lpstr>5</vt:lpstr>
      <vt:lpstr>FUTURE TRENDS IN HAPTICS</vt:lpstr>
      <vt:lpstr>PowerPoint Presentation</vt:lpstr>
      <vt:lpstr>PowerPoint Presentation</vt:lpstr>
      <vt:lpstr>CHALLENGES AND LIMITATIONS </vt:lpstr>
      <vt:lpstr>PowerPoint Presentation</vt:lpstr>
      <vt:lpstr>HAPTICS IN ACCESSIBILITY</vt:lpstr>
      <vt:lpstr>PowerPoint Presentation</vt:lpstr>
      <vt:lpstr>ETHICAL  CONSIDERATION</vt:lpstr>
      <vt:lpstr>PowerPoint Presentation</vt:lpstr>
      <vt:lpstr>HAPTICS IN EDUCATION</vt:lpstr>
      <vt:lpstr>PowerPoint Presentation</vt:lpstr>
      <vt:lpstr>CONSUMER DEVICES WITH HAPTIC TECHNOLOGY</vt:lpstr>
      <vt:lpstr>PowerPoint Presentation</vt:lpstr>
      <vt:lpstr>HAPTIC DESIGN PRINCIPLES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HAPTICS</dc:title>
  <dc:creator>PC</dc:creator>
  <cp:lastModifiedBy>PC</cp:lastModifiedBy>
  <cp:revision>1</cp:revision>
  <dcterms:created xsi:type="dcterms:W3CDTF">2024-04-18T14:23:37Z</dcterms:created>
  <dcterms:modified xsi:type="dcterms:W3CDTF">2024-04-18T14:23:37Z</dcterms:modified>
</cp:coreProperties>
</file>