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6"/>
  </p:notesMasterIdLst>
  <p:sldIdLst>
    <p:sldId id="271" r:id="rId2"/>
    <p:sldId id="272" r:id="rId3"/>
    <p:sldId id="257" r:id="rId4"/>
    <p:sldId id="258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A454E-F147-471D-B9B1-93375A7221E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2CAD6-BC06-4667-8D8A-E3294C44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71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96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3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83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25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42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64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62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56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59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83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44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8447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92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75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42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31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75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700477B-0791-42DD-B8C4-F1EF2154893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4F404-4FCA-4445-A395-55C8AF94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43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5868-8C42-EA8A-D8AC-D6C05357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924019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bg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BLOCKCHAIN AND CRYPTOCURRENCY</a:t>
            </a: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4D096-FB12-6A2D-747B-EC7D4CDE2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2968"/>
            <a:ext cx="11999495" cy="496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14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512D-3329-D9CE-333E-48BD2318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658" y="645223"/>
            <a:ext cx="9404723" cy="1400530"/>
          </a:xfrm>
        </p:spPr>
        <p:txBody>
          <a:bodyPr/>
          <a:lstStyle/>
          <a:p>
            <a:r>
              <a:rPr lang="en-US" dirty="0"/>
              <a:t>GROUP 6 MEMBERS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7CA5-3978-36C6-2E5E-B461EAAFB2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964" y="1896056"/>
            <a:ext cx="4396339" cy="4195763"/>
          </a:xfrm>
        </p:spPr>
        <p:txBody>
          <a:bodyPr>
            <a:normAutofit/>
          </a:bodyPr>
          <a:lstStyle/>
          <a:p>
            <a:r>
              <a:rPr lang="en-US" dirty="0"/>
              <a:t>Kelly Kipkoech         p100/4156g/23</a:t>
            </a:r>
          </a:p>
          <a:p>
            <a:r>
              <a:rPr lang="en-US" dirty="0"/>
              <a:t>Brandon Kiprotich   p100/4204g/23</a:t>
            </a:r>
          </a:p>
          <a:p>
            <a:r>
              <a:rPr lang="en-US" dirty="0"/>
              <a:t>Maureen Wairimu    p100/4075g/23</a:t>
            </a:r>
          </a:p>
          <a:p>
            <a:r>
              <a:rPr lang="en-US" dirty="0"/>
              <a:t>Kelvin Wanjala         p100/4231g/23</a:t>
            </a:r>
          </a:p>
          <a:p>
            <a:r>
              <a:rPr lang="en-US" dirty="0"/>
              <a:t>Mercy Nyeri  		    p100/4169g/23</a:t>
            </a:r>
          </a:p>
          <a:p>
            <a:r>
              <a:rPr lang="en-US" dirty="0"/>
              <a:t>Dickson Macharia   p100/4089g/23</a:t>
            </a:r>
          </a:p>
          <a:p>
            <a:r>
              <a:rPr lang="en-US" dirty="0"/>
              <a:t>Kamau Amos           p100/4179g/23</a:t>
            </a:r>
          </a:p>
          <a:p>
            <a:r>
              <a:rPr lang="en-US" dirty="0"/>
              <a:t>Abdijalil Yusuf           p100/4814g/23</a:t>
            </a:r>
          </a:p>
          <a:p>
            <a:r>
              <a:rPr lang="en-US" dirty="0"/>
              <a:t>Duncan Kamwaro   p100/4078g/23</a:t>
            </a:r>
          </a:p>
          <a:p>
            <a:r>
              <a:rPr lang="en-US" dirty="0"/>
              <a:t>Samson Kibe            p100/4062g/23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2439E-513C-27C7-48A2-E459BC714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3590" y="1853248"/>
            <a:ext cx="4396339" cy="4684211"/>
          </a:xfrm>
        </p:spPr>
        <p:txBody>
          <a:bodyPr>
            <a:normAutofit/>
          </a:bodyPr>
          <a:lstStyle/>
          <a:p>
            <a:r>
              <a:rPr lang="en-US" dirty="0"/>
              <a:t>Timotheo Kuria        p100/4165g/23</a:t>
            </a:r>
          </a:p>
          <a:p>
            <a:r>
              <a:rPr lang="en-US" dirty="0"/>
              <a:t>Kennedy Kirui          p100/4185g/23</a:t>
            </a:r>
          </a:p>
          <a:p>
            <a:r>
              <a:rPr lang="en-US" dirty="0"/>
              <a:t>Susan Mwangi         p100/4061g/23</a:t>
            </a:r>
          </a:p>
          <a:p>
            <a:r>
              <a:rPr lang="en-US" dirty="0"/>
              <a:t>Benson Mwangi       p100/4084g/23</a:t>
            </a:r>
          </a:p>
          <a:p>
            <a:r>
              <a:rPr lang="en-US" dirty="0"/>
              <a:t>Roony Kipruto          p100/4145g/23</a:t>
            </a:r>
          </a:p>
          <a:p>
            <a:r>
              <a:rPr lang="en-US" dirty="0"/>
              <a:t>Alex Kibet                 p100/4194g/23</a:t>
            </a:r>
          </a:p>
          <a:p>
            <a:r>
              <a:rPr lang="en-US" dirty="0"/>
              <a:t>John Muinde            p100/4606g/23</a:t>
            </a:r>
          </a:p>
          <a:p>
            <a:r>
              <a:rPr lang="en-US" dirty="0"/>
              <a:t>Ndengwa mark       p100/4160g/23</a:t>
            </a:r>
          </a:p>
          <a:p>
            <a:r>
              <a:rPr lang="en-US" dirty="0"/>
              <a:t>David Njuguna        p100/4183g/23</a:t>
            </a:r>
          </a:p>
          <a:p>
            <a:r>
              <a:rPr lang="en-US" dirty="0"/>
              <a:t>James Mungai         p100/4085g/23</a:t>
            </a:r>
          </a:p>
        </p:txBody>
      </p:sp>
    </p:spTree>
    <p:extLst>
      <p:ext uri="{BB962C8B-B14F-4D97-AF65-F5344CB8AC3E}">
        <p14:creationId xmlns:p14="http://schemas.microsoft.com/office/powerpoint/2010/main" val="618105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72CD-092A-29F3-0171-BC016EF1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TABLE OF CONTENT…</a:t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ED169-488B-49E7-4F4D-FBB5BC583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sz="3600" dirty="0"/>
              <a:t>What is Blockchain?</a:t>
            </a:r>
          </a:p>
          <a:p>
            <a:r>
              <a:rPr lang="en-US" sz="3600" dirty="0"/>
              <a:t>- How Does Blockchain Work?</a:t>
            </a:r>
          </a:p>
          <a:p>
            <a:r>
              <a:rPr lang="en-US" sz="3600" dirty="0"/>
              <a:t>- Benefits of Blockchain Technology</a:t>
            </a:r>
          </a:p>
          <a:p>
            <a:r>
              <a:rPr lang="en-US" sz="3600" dirty="0"/>
              <a:t>- What is Cryptocurrency?</a:t>
            </a:r>
          </a:p>
          <a:p>
            <a:r>
              <a:rPr lang="en-US" sz="3600" dirty="0"/>
              <a:t>- Types of Cryptocurrencies</a:t>
            </a:r>
          </a:p>
          <a:p>
            <a:r>
              <a:rPr lang="en-US" sz="3600" dirty="0"/>
              <a:t>- How Cryptocurrency Transactions Work</a:t>
            </a:r>
          </a:p>
          <a:p>
            <a:r>
              <a:rPr lang="en-US" sz="3600" dirty="0"/>
              <a:t>- Benefits and Risks of Cryptocurrency</a:t>
            </a:r>
          </a:p>
          <a:p>
            <a:r>
              <a:rPr lang="en-US" sz="3600" dirty="0"/>
              <a:t>- Future of Blockchain and Cryptocurrency</a:t>
            </a:r>
          </a:p>
        </p:txBody>
      </p:sp>
    </p:spTree>
    <p:extLst>
      <p:ext uri="{BB962C8B-B14F-4D97-AF65-F5344CB8AC3E}">
        <p14:creationId xmlns:p14="http://schemas.microsoft.com/office/powerpoint/2010/main" val="3604238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E54CA-0A68-000A-37BC-FD595B9B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What is Blockchain?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CAFF-56EA-DEFA-EB08-972F68994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060" y="1956665"/>
            <a:ext cx="8946541" cy="4195481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/>
              <a:t>Definition of blockchain: </a:t>
            </a:r>
          </a:p>
          <a:p>
            <a:r>
              <a:rPr lang="en-US" sz="3200" dirty="0"/>
              <a:t>A blockchain is a decentralized, distributed digital ledger that records transactions across many computers in a network. </a:t>
            </a:r>
          </a:p>
          <a:p>
            <a:r>
              <a:rPr lang="en-US" sz="3200" dirty="0"/>
              <a:t>Here's how a blockchain works:</a:t>
            </a:r>
          </a:p>
          <a:p>
            <a:r>
              <a:rPr lang="en-US" sz="3200" dirty="0"/>
              <a:t>1. Transactions: When a transaction occurs, it is recorded as a "block" of data. This block contains information about the transaction, such as the date, time, amount, and parties involved.</a:t>
            </a:r>
          </a:p>
          <a:p>
            <a:r>
              <a:rPr lang="en-US" sz="3200" dirty="0"/>
              <a:t>2. Verification: The transaction is then verified by a network of computers (nodes) using complex algorithms. This process is called "mining" and is done to ensure the validity and security of the transaction.</a:t>
            </a:r>
          </a:p>
          <a:p>
            <a:r>
              <a:rPr lang="en-US" sz="3200" dirty="0"/>
              <a:t>3. Adding to the chain: Once the transaction is verified, it is added to the existing blockchain, creating a permanent and unalterable record of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341792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250C-DB76-7C62-BBD9-3E3268C2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CONTINUATION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951D-A473-DB1A-35E0-A45F51E4C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000" dirty="0"/>
              <a:t>4. Decentralization: The blockchain is decentralized, meaning that it is not controlled by a single entity. Instead, it is maintained by a network of computers, each of which has a copy of the entire blockchain.</a:t>
            </a:r>
          </a:p>
          <a:p>
            <a:r>
              <a:rPr lang="en-US" sz="2000" dirty="0"/>
              <a:t>5. Cryptography: Blockchain technology uses cryptography to secure the network and ensure the integrity of the data. Each block in the chain is linked to the previous block through a complex mathematical algorithm, making it extremely difficult to tamper with the data.</a:t>
            </a:r>
          </a:p>
          <a:p>
            <a:r>
              <a:rPr lang="en-US" sz="2000" dirty="0"/>
              <a:t>6. Transparency: The blockchain is transparent, meaning that all transactions are visible to everyone in the network. This helps to ensure accountability and prevent fraud.</a:t>
            </a:r>
          </a:p>
          <a:p>
            <a:r>
              <a:rPr lang="en-US" sz="2000" dirty="0"/>
              <a:t>7. Immutability: Once a transaction is added to the blockchain, it cannot be altered or deleted. This makes the blockchain a secure and reliable way to record and store data.</a:t>
            </a:r>
          </a:p>
          <a:p>
            <a:r>
              <a:rPr lang="en-US" dirty="0"/>
              <a:t>8. </a:t>
            </a:r>
            <a:r>
              <a:rPr lang="en-US" sz="2000" dirty="0"/>
              <a:t>Concept of distributed ledger: Every participant has access to the entire chain of transactions.</a:t>
            </a:r>
          </a:p>
          <a:p>
            <a:pPr marL="0" indent="0">
              <a:buNone/>
            </a:pPr>
            <a:r>
              <a:rPr lang="en-US" sz="2000" dirty="0"/>
              <a:t>* Importance of decentralization:</a:t>
            </a:r>
          </a:p>
          <a:p>
            <a:pPr marL="0" indent="0">
              <a:buNone/>
            </a:pPr>
            <a:r>
              <a:rPr lang="en-US" sz="2000" dirty="0"/>
              <a:t>1. Eliminates the need for intermediaries and increases transparency.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49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DF4C-9D36-DE2E-A76B-9B7A7AB8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Benefits of Blockchain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D6803-F268-6D2A-1BE4-45CB63188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/>
              <a:t> Transparency and immutability: Transactions are recorded permanently and cannot be altered</a:t>
            </a:r>
          </a:p>
          <a:p>
            <a:r>
              <a:rPr lang="en-US" sz="3600" dirty="0"/>
              <a:t>- Security and trust: Cryptographic techniques secure the network and build trust among participants</a:t>
            </a:r>
          </a:p>
          <a:p>
            <a:r>
              <a:rPr lang="en-US" sz="3600" dirty="0"/>
              <a:t>- Reduced transaction costs: Eliminates the need for intermediaries, reducing fees</a:t>
            </a:r>
          </a:p>
          <a:p>
            <a:r>
              <a:rPr lang="en-US" sz="3600" dirty="0"/>
              <a:t>- Increased efficiency: Streamlines processes and reduces delays.</a:t>
            </a:r>
          </a:p>
        </p:txBody>
      </p:sp>
    </p:spTree>
    <p:extLst>
      <p:ext uri="{BB962C8B-B14F-4D97-AF65-F5344CB8AC3E}">
        <p14:creationId xmlns:p14="http://schemas.microsoft.com/office/powerpoint/2010/main" val="1375872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24D4-5621-AE4D-271A-2165B993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: What is Cryptocurrency?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68713-547C-A2EE-F15B-8B477A1C9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</a:t>
            </a:r>
            <a:r>
              <a:rPr lang="en-US" sz="4000" dirty="0"/>
              <a:t>Definition of cryptocurrency: Digital or virtual currency secured by cryptography</a:t>
            </a:r>
          </a:p>
          <a:p>
            <a:r>
              <a:rPr lang="en-US" sz="4000" dirty="0"/>
              <a:t>- Digital vs. fiat currency: Cryptocurrencies exist only in digital form and are not controlled by central banks</a:t>
            </a:r>
          </a:p>
          <a:p>
            <a:r>
              <a:rPr lang="en-US" sz="4000" dirty="0"/>
              <a:t>- Blockchain as the underlying technology: Cryptocurrencies are built on blockchain technology.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848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C1944-89FB-52D2-5FC1-532CA273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Cryptocurrencies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B7C07-E9A8-6183-B83C-C85B7062A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dirty="0"/>
              <a:t> Bitcoin (BTC): First and most well-known cryptocurrency</a:t>
            </a:r>
          </a:p>
          <a:p>
            <a:r>
              <a:rPr lang="en-US" sz="3600" dirty="0"/>
              <a:t>- Ethereum (ETH): Platform for smart contracts and decentralized applications</a:t>
            </a:r>
          </a:p>
          <a:p>
            <a:r>
              <a:rPr lang="en-US" sz="3600" dirty="0"/>
              <a:t>- Ripple (XRP): Designed for fast and low-cost international money transfers</a:t>
            </a:r>
          </a:p>
          <a:p>
            <a:r>
              <a:rPr lang="en-US" sz="3600" dirty="0"/>
              <a:t>- Litecoin (LTC): A faster and cheaper alternative to Bitcoin.</a:t>
            </a:r>
          </a:p>
        </p:txBody>
      </p:sp>
    </p:spTree>
    <p:extLst>
      <p:ext uri="{BB962C8B-B14F-4D97-AF65-F5344CB8AC3E}">
        <p14:creationId xmlns:p14="http://schemas.microsoft.com/office/powerpoint/2010/main" val="1920203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490F-81E2-17AF-9EC1-D0BF236B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Cryptocurrency Transactions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4EF97-D296-25F0-A8A3-4BB6F00A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/>
              <a:t>Public and private keys: Keys used to send and receive cryptocurrency</a:t>
            </a:r>
          </a:p>
          <a:p>
            <a:r>
              <a:rPr lang="en-US" sz="3600" dirty="0"/>
              <a:t>- Wallets and addresses: Digital wallets store keys and manage transactions</a:t>
            </a:r>
          </a:p>
          <a:p>
            <a:r>
              <a:rPr lang="en-US" sz="3600" dirty="0"/>
              <a:t>- Sending and receiving transactions: Transactions broadcasted to the network and added to the blockchain</a:t>
            </a:r>
          </a:p>
          <a:p>
            <a:r>
              <a:rPr lang="en-US" sz="3600" dirty="0"/>
              <a:t>- Confirmation and verification: Miners validate transactions and add them to blocks.</a:t>
            </a:r>
          </a:p>
        </p:txBody>
      </p:sp>
    </p:spTree>
    <p:extLst>
      <p:ext uri="{BB962C8B-B14F-4D97-AF65-F5344CB8AC3E}">
        <p14:creationId xmlns:p14="http://schemas.microsoft.com/office/powerpoint/2010/main" val="371274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F37A-1404-0BF6-04C4-5651B685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EF8CF-24D8-E4EA-EE3E-75A955BBF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</a:t>
            </a:r>
            <a:r>
              <a:rPr lang="en-US" sz="3600" dirty="0"/>
              <a:t>Decentralization: Reduces the influence of central authorities and empowers individuals</a:t>
            </a:r>
          </a:p>
          <a:p>
            <a:r>
              <a:rPr lang="en-US" sz="3600" dirty="0"/>
              <a:t>- Lower fees: Eliminates fees charged by banks and financial institutions</a:t>
            </a:r>
          </a:p>
          <a:p>
            <a:r>
              <a:rPr lang="en-US" sz="3600" dirty="0"/>
              <a:t>- Accessibility and inclusivity: Enables financial inclusion for unbanked populations</a:t>
            </a:r>
          </a:p>
          <a:p>
            <a:r>
              <a:rPr lang="en-US" sz="3600" dirty="0"/>
              <a:t>- Potential for investment and growth: Offers opportunities for investment and financial growth.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472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CDF7-4808-BAAF-BA66-CA668409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DA87F-7E05-06F7-4249-0B41A597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</a:t>
            </a:r>
            <a:r>
              <a:rPr lang="en-US" sz="3600" dirty="0"/>
              <a:t>Volatility and speculation: Cryptocurrency prices can be highly volatile</a:t>
            </a:r>
          </a:p>
          <a:p>
            <a:r>
              <a:rPr lang="en-US" sz="3600" dirty="0"/>
              <a:t>- Security risks and hacking: Vulnerabilities in exchanges and wallets can lead to theft</a:t>
            </a:r>
          </a:p>
          <a:p>
            <a:r>
              <a:rPr lang="en-US" sz="3600" dirty="0"/>
              <a:t>- Regulatory challenges: Uncertainty and changing regulations pose risks to investors</a:t>
            </a:r>
          </a:p>
          <a:p>
            <a:r>
              <a:rPr lang="en-US" sz="3600" dirty="0"/>
              <a:t>- Lack of widespread adoption: Limited acceptance and usability in mainstream markets</a:t>
            </a:r>
          </a:p>
          <a:p>
            <a:r>
              <a:rPr lang="en-US" sz="3600" dirty="0"/>
              <a:t>- Risks Icons </a:t>
            </a:r>
          </a:p>
          <a:p>
            <a:r>
              <a:rPr lang="en-US" sz="3600" dirty="0"/>
              <a:t>- Lock with Warning Sign, Fluctuating 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62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F9C7-11F1-187B-8739-2600283D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of Blockchain and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54CA5-C3DA-6657-082C-51F6E961A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Adoption in various industries: Finance, healthcare, real estate, supply chain, etc.</a:t>
            </a:r>
          </a:p>
          <a:p>
            <a:r>
              <a:rPr lang="en-US" dirty="0"/>
              <a:t>- Development of new applications and technologies: Smart contracts, decentralized finance (DeFi), non-fungible tokens (NFTs), etc.</a:t>
            </a:r>
          </a:p>
          <a:p>
            <a:r>
              <a:rPr lang="en-US" dirty="0"/>
              <a:t>- Regulatory developments and mainstream acceptance: Increased regulation and adoption by institutions. Gears for Development, Globe for Adoption.</a:t>
            </a:r>
          </a:p>
        </p:txBody>
      </p:sp>
    </p:spTree>
    <p:extLst>
      <p:ext uri="{BB962C8B-B14F-4D97-AF65-F5344CB8AC3E}">
        <p14:creationId xmlns:p14="http://schemas.microsoft.com/office/powerpoint/2010/main" val="4145234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ABB8-6734-2C8C-FC28-21214017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F3F5-9BDB-82F3-4626-122D33EFC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 of key points: Importance of blockchain and cryptocurrency in revolutionizing digital transactions</a:t>
            </a:r>
          </a:p>
          <a:p>
            <a:r>
              <a:rPr lang="en-US" dirty="0"/>
              <a:t>- Encourage further exploration and learning: Resources for learning more about blockchain and cryptocurrency.</a:t>
            </a:r>
          </a:p>
        </p:txBody>
      </p:sp>
    </p:spTree>
    <p:extLst>
      <p:ext uri="{BB962C8B-B14F-4D97-AF65-F5344CB8AC3E}">
        <p14:creationId xmlns:p14="http://schemas.microsoft.com/office/powerpoint/2010/main" val="1378227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0C7F-7D1A-2FB6-8286-0678E1583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7200" b="1" i="1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70E0D-A78D-E81C-AE1E-D95558F70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172119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135</TotalTime>
  <Words>929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Black</vt:lpstr>
      <vt:lpstr>Calibri</vt:lpstr>
      <vt:lpstr>Century Gothic</vt:lpstr>
      <vt:lpstr>Wingdings 3</vt:lpstr>
      <vt:lpstr>Ion</vt:lpstr>
      <vt:lpstr>BLOCKCHAIN AND CRYPTOCURRENCY</vt:lpstr>
      <vt:lpstr>GROUP 6 MEMBERS </vt:lpstr>
      <vt:lpstr>TABLE OF CONTENT… </vt:lpstr>
      <vt:lpstr> What is Blockchain?</vt:lpstr>
      <vt:lpstr>CONTINUATION</vt:lpstr>
      <vt:lpstr> Benefits of Blockchain Technology</vt:lpstr>
      <vt:lpstr>: What is Cryptocurrency?</vt:lpstr>
      <vt:lpstr>Types of Cryptocurrencies</vt:lpstr>
      <vt:lpstr>How Cryptocurrency Transactions Work</vt:lpstr>
      <vt:lpstr>Benefits of Cryptocurrency</vt:lpstr>
      <vt:lpstr>Risks of Cryptocurrency</vt:lpstr>
      <vt:lpstr>Future of Blockchain and Cryptocurrency</vt:lpstr>
      <vt:lpstr>Conclusion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</dc:title>
  <dc:creator>lula abdul</dc:creator>
  <cp:lastModifiedBy>lula abdul</cp:lastModifiedBy>
  <cp:revision>17</cp:revision>
  <dcterms:created xsi:type="dcterms:W3CDTF">2024-04-18T22:12:17Z</dcterms:created>
  <dcterms:modified xsi:type="dcterms:W3CDTF">2024-04-19T00:27:38Z</dcterms:modified>
</cp:coreProperties>
</file>