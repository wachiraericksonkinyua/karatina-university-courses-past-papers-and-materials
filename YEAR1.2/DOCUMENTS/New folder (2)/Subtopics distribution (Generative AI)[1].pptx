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4"/>
  </p:sldMasterIdLst>
  <p:notesMasterIdLst>
    <p:notesMasterId r:id="rId11"/>
  </p:notesMasterIdLst>
  <p:sldIdLst>
    <p:sldId id="298" r:id="rId5"/>
    <p:sldId id="300" r:id="rId6"/>
    <p:sldId id="301" r:id="rId7"/>
    <p:sldId id="302" r:id="rId8"/>
    <p:sldId id="303" r:id="rId9"/>
    <p:sldId id="30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19" autoAdjust="0"/>
  </p:normalViewPr>
  <p:slideViewPr>
    <p:cSldViewPr snapToGrid="0">
      <p:cViewPr varScale="1">
        <p:scale>
          <a:sx n="77" d="100"/>
          <a:sy n="77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F4FE3-1C0C-446E-B225-F3B4391863E9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75A7D-4347-4569-93E9-DF2E1C8D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15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75A7D-4347-4569-93E9-DF2E1C8D64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50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8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54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83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9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52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10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3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45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907D986-8816-4272-A432-0437A28A9828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43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41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51959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72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2602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5040" y="2880987"/>
            <a:ext cx="7895573" cy="701443"/>
          </a:xfrm>
        </p:spPr>
        <p:txBody>
          <a:bodyPr anchor="b">
            <a:normAutofit fontScale="90000"/>
          </a:bodyPr>
          <a:lstStyle/>
          <a:p>
            <a:r>
              <a:rPr lang="en-US" sz="3200" b="1" i="1" dirty="0">
                <a:solidFill>
                  <a:srgbClr val="0070C0"/>
                </a:solidFill>
              </a:rPr>
              <a:t>Subtopics distribution (Generative AI)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i="1" dirty="0">
                <a:solidFill>
                  <a:srgbClr val="0070C0"/>
                </a:solidFill>
              </a:rPr>
              <a:t>Dolor Sit Amet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1.Generative AI learning.</a:t>
            </a:r>
            <a:br>
              <a:rPr lang="en-US" dirty="0"/>
            </a:br>
            <a:r>
              <a:rPr lang="en-US" dirty="0"/>
              <a:t>2.deep learning.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CB3377-9B86-6892-71F1-F51DCD33C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Emmanuel Odongo</a:t>
            </a:r>
          </a:p>
          <a:p>
            <a:r>
              <a:rPr lang="en-US" dirty="0"/>
              <a:t>Justin Kinyua</a:t>
            </a:r>
          </a:p>
          <a:p>
            <a:r>
              <a:rPr lang="en-US" dirty="0"/>
              <a:t>Patience </a:t>
            </a:r>
            <a:r>
              <a:rPr lang="en-US" dirty="0" err="1"/>
              <a:t>Luseno</a:t>
            </a:r>
            <a:endParaRPr lang="en-US" dirty="0"/>
          </a:p>
          <a:p>
            <a:r>
              <a:rPr lang="en-US" dirty="0"/>
              <a:t>Timothy </a:t>
            </a:r>
            <a:r>
              <a:rPr lang="en-US" dirty="0" err="1"/>
              <a:t>Karibu</a:t>
            </a:r>
            <a:endParaRPr lang="en-US" dirty="0"/>
          </a:p>
          <a:p>
            <a:r>
              <a:rPr lang="en-US" dirty="0"/>
              <a:t>Kenneth Waweru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437D-F923-CF12-B2A2-813563D7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1.Natural language processing</a:t>
            </a:r>
            <a:br>
              <a:rPr lang="en-US" dirty="0"/>
            </a:br>
            <a:r>
              <a:rPr lang="en-US" dirty="0"/>
              <a:t>2.Neural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C6A75-2490-433B-659F-8F4FF6A31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Amwata</a:t>
            </a:r>
            <a:r>
              <a:rPr lang="en-US" dirty="0"/>
              <a:t> Gilbert</a:t>
            </a:r>
          </a:p>
          <a:p>
            <a:r>
              <a:rPr lang="en-US" dirty="0"/>
              <a:t>Blessed </a:t>
            </a:r>
            <a:r>
              <a:rPr lang="en-US" dirty="0" err="1"/>
              <a:t>Waicera</a:t>
            </a:r>
            <a:endParaRPr lang="en-US" dirty="0"/>
          </a:p>
          <a:p>
            <a:r>
              <a:rPr lang="en-US" dirty="0"/>
              <a:t>Kelvin </a:t>
            </a:r>
            <a:r>
              <a:rPr lang="en-US" dirty="0" err="1"/>
              <a:t>Mong’are</a:t>
            </a:r>
            <a:endParaRPr lang="en-US" dirty="0"/>
          </a:p>
          <a:p>
            <a:r>
              <a:rPr lang="en-US" dirty="0"/>
              <a:t>Erickson Kinyua</a:t>
            </a:r>
          </a:p>
          <a:p>
            <a:r>
              <a:rPr lang="en-US" dirty="0" err="1"/>
              <a:t>Abiud</a:t>
            </a:r>
            <a:r>
              <a:rPr lang="en-US" dirty="0"/>
              <a:t> </a:t>
            </a:r>
            <a:r>
              <a:rPr lang="en-US" dirty="0" err="1"/>
              <a:t>Karioki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2C55-8776-E443-9704-F0BAB0BB9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1.Generative adversarial network</a:t>
            </a:r>
            <a:br>
              <a:rPr lang="en-US" dirty="0"/>
            </a:br>
            <a:r>
              <a:rPr lang="en-US" dirty="0"/>
              <a:t>2.Generative ai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E9475-63BC-9495-E341-21EC7DCD9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Andrew Joseph</a:t>
            </a:r>
          </a:p>
          <a:p>
            <a:r>
              <a:rPr lang="en-US" dirty="0" err="1"/>
              <a:t>Ogutu</a:t>
            </a:r>
            <a:r>
              <a:rPr lang="en-US" dirty="0"/>
              <a:t> Margret </a:t>
            </a:r>
          </a:p>
          <a:p>
            <a:r>
              <a:rPr lang="en-US" dirty="0"/>
              <a:t>Ambrose </a:t>
            </a:r>
            <a:r>
              <a:rPr lang="en-US" dirty="0" err="1"/>
              <a:t>Mukundi</a:t>
            </a:r>
            <a:endParaRPr lang="en-US" dirty="0"/>
          </a:p>
          <a:p>
            <a:r>
              <a:rPr lang="en-US" dirty="0"/>
              <a:t>Shekinah Glory</a:t>
            </a:r>
          </a:p>
          <a:p>
            <a:r>
              <a:rPr lang="en-US" dirty="0"/>
              <a:t>Emmanuel Kirui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31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E8E5-86C9-CCFA-A716-07E1B57D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1.Academic Implications</a:t>
            </a:r>
            <a:br>
              <a:rPr lang="en-US" dirty="0"/>
            </a:br>
            <a:r>
              <a:rPr lang="en-US" dirty="0"/>
              <a:t>2.Responsible use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A507-99CA-110C-5BEE-6A4667126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Winfred Nyambura </a:t>
            </a:r>
          </a:p>
          <a:p>
            <a:pPr lvl="1"/>
            <a:r>
              <a:rPr lang="en-US" dirty="0" err="1"/>
              <a:t>Asekon</a:t>
            </a:r>
            <a:r>
              <a:rPr lang="en-US" dirty="0"/>
              <a:t> Reuben</a:t>
            </a:r>
          </a:p>
          <a:p>
            <a:pPr lvl="1"/>
            <a:r>
              <a:rPr lang="en-US" dirty="0"/>
              <a:t>Noel Mbuya</a:t>
            </a:r>
          </a:p>
          <a:p>
            <a:pPr lvl="1"/>
            <a:r>
              <a:rPr lang="en-US" dirty="0"/>
              <a:t>Diana </a:t>
            </a:r>
            <a:r>
              <a:rPr lang="en-US" dirty="0" err="1"/>
              <a:t>Chepngetich</a:t>
            </a:r>
            <a:endParaRPr lang="en-US" dirty="0"/>
          </a:p>
          <a:p>
            <a:pPr lvl="1"/>
            <a:r>
              <a:rPr lang="en-US" dirty="0"/>
              <a:t>Moses Muthui</a:t>
            </a:r>
          </a:p>
        </p:txBody>
      </p:sp>
    </p:spTree>
    <p:extLst>
      <p:ext uri="{BB962C8B-B14F-4D97-AF65-F5344CB8AC3E}">
        <p14:creationId xmlns:p14="http://schemas.microsoft.com/office/powerpoint/2010/main" val="253667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2906-2542-65EE-653A-2257850A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13A1-58ED-A6D0-6DE2-536DC32DE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Daniel </a:t>
            </a:r>
            <a:r>
              <a:rPr lang="en-US" dirty="0" err="1"/>
              <a:t>Wambua</a:t>
            </a:r>
            <a:endParaRPr lang="en-US" dirty="0"/>
          </a:p>
          <a:p>
            <a:r>
              <a:rPr lang="en-US" dirty="0"/>
              <a:t>Nickson </a:t>
            </a:r>
            <a:r>
              <a:rPr lang="en-US" dirty="0" err="1"/>
              <a:t>Mutethia</a:t>
            </a:r>
            <a:endParaRPr lang="en-US" dirty="0"/>
          </a:p>
          <a:p>
            <a:r>
              <a:rPr lang="en-US" dirty="0"/>
              <a:t>Oliver </a:t>
            </a:r>
            <a:r>
              <a:rPr lang="en-US" dirty="0" err="1"/>
              <a:t>Ooko</a:t>
            </a:r>
            <a:endParaRPr lang="en-US" dirty="0"/>
          </a:p>
          <a:p>
            <a:r>
              <a:rPr lang="en-US" dirty="0"/>
              <a:t>Josephat Bett</a:t>
            </a:r>
          </a:p>
          <a:p>
            <a:r>
              <a:rPr lang="en-US" dirty="0"/>
              <a:t>Dennis Maina</a:t>
            </a:r>
          </a:p>
          <a:p>
            <a:r>
              <a:rPr lang="en-US" dirty="0"/>
              <a:t>Dennis </a:t>
            </a:r>
            <a:r>
              <a:rPr lang="en-US" dirty="0" err="1"/>
              <a:t>Kimutai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5486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</TotalTime>
  <Words>111</Words>
  <Application>Microsoft Office PowerPoint</Application>
  <PresentationFormat>Widescreen</PresentationFormat>
  <Paragraphs>34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Rockwell</vt:lpstr>
      <vt:lpstr>Gallery</vt:lpstr>
      <vt:lpstr>Subtopics distribution (Generative AI)</vt:lpstr>
      <vt:lpstr>1.Generative AI learning. 2.deep learning.</vt:lpstr>
      <vt:lpstr>1.Natural language processing 2.Neural networks</vt:lpstr>
      <vt:lpstr>1.Generative adversarial network 2.Generative ai tools</vt:lpstr>
      <vt:lpstr>1.Academic Implications 2.Responsible use of generative ai</vt:lpstr>
      <vt:lpstr>Limitations of generative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Subtopics distribution (Generative AI)</dc:title>
  <dc:creator>Ethan C</dc:creator>
  <cp:lastModifiedBy>Ethan C</cp:lastModifiedBy>
  <cp:revision>3</cp:revision>
  <dcterms:created xsi:type="dcterms:W3CDTF">2024-04-09T07:43:47Z</dcterms:created>
  <dcterms:modified xsi:type="dcterms:W3CDTF">2024-04-09T08:23:18Z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