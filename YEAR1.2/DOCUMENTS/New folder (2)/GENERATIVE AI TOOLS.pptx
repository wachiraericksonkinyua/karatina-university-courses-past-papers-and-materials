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18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7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7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9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07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8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1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7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9F09B-9E47-45F9-812A-A6FAFAF84BD9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1D979-F23F-4E2C-9023-C8A86C2A2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4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smtClean="0"/>
              <a:t>GENERATIVE AI TOOLS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smtClean="0"/>
              <a:t>Harnessing innovative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5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en-US" dirty="0" smtClean="0"/>
              <a:t>What is Generative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software </a:t>
            </a:r>
            <a:r>
              <a:rPr lang="en-US" dirty="0"/>
              <a:t>programs that can create new content such as text, images, music based on patterns learned from existing data</a:t>
            </a:r>
            <a:r>
              <a:rPr lang="en-US" dirty="0" smtClean="0"/>
              <a:t>.</a:t>
            </a:r>
          </a:p>
          <a:p>
            <a:r>
              <a:rPr lang="en-US" dirty="0"/>
              <a:t>operate by employing advanced machine learning techniques, often deep learning models such as generative adversarial networks (GANs) or </a:t>
            </a:r>
            <a:r>
              <a:rPr lang="en-US" dirty="0" err="1"/>
              <a:t>variational</a:t>
            </a:r>
            <a:r>
              <a:rPr lang="en-US" dirty="0"/>
              <a:t> </a:t>
            </a:r>
            <a:r>
              <a:rPr lang="en-US" dirty="0" err="1"/>
              <a:t>autoencoders</a:t>
            </a:r>
            <a:r>
              <a:rPr lang="en-US" dirty="0"/>
              <a:t> (VAEs).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02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en-US" b="1" dirty="0"/>
              <a:t>What are the examples of generative AI tools?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 </a:t>
            </a:r>
          </a:p>
          <a:p>
            <a:r>
              <a:rPr lang="en-US" dirty="0" err="1"/>
              <a:t>GitHub</a:t>
            </a:r>
            <a:r>
              <a:rPr lang="en-US" dirty="0"/>
              <a:t> Copilot</a:t>
            </a:r>
          </a:p>
          <a:p>
            <a:r>
              <a:rPr lang="en-US" dirty="0" err="1"/>
              <a:t>Synthesia</a:t>
            </a:r>
            <a:endParaRPr lang="en-US" dirty="0"/>
          </a:p>
          <a:p>
            <a:r>
              <a:rPr lang="en-US" dirty="0" err="1"/>
              <a:t>DeepDream</a:t>
            </a:r>
            <a:r>
              <a:rPr lang="en-US" dirty="0"/>
              <a:t>-; developed by Google, uses convolutional neural networks to generate </a:t>
            </a:r>
            <a:r>
              <a:rPr lang="en-US" dirty="0" smtClean="0"/>
              <a:t>images.</a:t>
            </a:r>
            <a:endParaRPr lang="en-US" dirty="0"/>
          </a:p>
          <a:p>
            <a:r>
              <a:rPr lang="en-US" dirty="0"/>
              <a:t>Other examples include; </a:t>
            </a:r>
            <a:r>
              <a:rPr lang="en-US" dirty="0" err="1"/>
              <a:t>Siri</a:t>
            </a:r>
            <a:r>
              <a:rPr lang="en-US" dirty="0"/>
              <a:t> and Google Assistant.</a:t>
            </a:r>
          </a:p>
        </p:txBody>
      </p:sp>
    </p:spTree>
    <p:extLst>
      <p:ext uri="{BB962C8B-B14F-4D97-AF65-F5344CB8AC3E}">
        <p14:creationId xmlns:p14="http://schemas.microsoft.com/office/powerpoint/2010/main" val="137913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en-US" dirty="0"/>
              <a:t>What are the Models of Generative AI tools?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Image Generation models-</a:t>
            </a:r>
          </a:p>
          <a:p>
            <a:r>
              <a:rPr lang="en-US" dirty="0"/>
              <a:t>i.e. deep learning models like (GANs) and (VAEs) , e</a:t>
            </a:r>
          </a:p>
          <a:p>
            <a:r>
              <a:rPr lang="en-US" dirty="0"/>
              <a:t>Text Generation models</a:t>
            </a:r>
          </a:p>
          <a:p>
            <a:pPr lvl="0"/>
            <a:r>
              <a:rPr lang="en-US" dirty="0" smtClean="0"/>
              <a:t>i.e</a:t>
            </a:r>
            <a:r>
              <a:rPr lang="en-US" dirty="0"/>
              <a:t>. </a:t>
            </a:r>
            <a:r>
              <a:rPr lang="en-US" dirty="0" err="1"/>
              <a:t>OpenAIs</a:t>
            </a:r>
            <a:r>
              <a:rPr lang="en-US" dirty="0"/>
              <a:t> GPT (Generative Pre-trained Transformer), examples include </a:t>
            </a:r>
            <a:r>
              <a:rPr lang="en-US" dirty="0" err="1"/>
              <a:t>chatbots</a:t>
            </a:r>
            <a:r>
              <a:rPr lang="en-US" dirty="0"/>
              <a:t>, code generation.</a:t>
            </a:r>
          </a:p>
          <a:p>
            <a:r>
              <a:rPr lang="en-US" dirty="0"/>
              <a:t>Music Generation systems</a:t>
            </a:r>
          </a:p>
          <a:p>
            <a:pPr lvl="0"/>
            <a:r>
              <a:rPr lang="en-US" dirty="0" smtClean="0"/>
              <a:t>.Examples </a:t>
            </a:r>
            <a:r>
              <a:rPr lang="en-US" dirty="0"/>
              <a:t>include magenta studio- developed by Google’s magenta project, </a:t>
            </a:r>
            <a:r>
              <a:rPr lang="en-US" dirty="0" err="1"/>
              <a:t>Jukedeck</a:t>
            </a:r>
            <a:endParaRPr lang="en-US" dirty="0"/>
          </a:p>
          <a:p>
            <a:r>
              <a:rPr lang="en-US" dirty="0"/>
              <a:t>Art generation Algorithms-; tools like style </a:t>
            </a:r>
            <a:r>
              <a:rPr lang="en-US" dirty="0" smtClean="0"/>
              <a:t>transfer algorithms.</a:t>
            </a:r>
            <a:r>
              <a:rPr lang="en-US" dirty="0"/>
              <a:t> Video synthesis models</a:t>
            </a:r>
          </a:p>
          <a:p>
            <a:pPr lvl="0"/>
            <a:r>
              <a:rPr lang="en-US" dirty="0"/>
              <a:t>include deep motion, runway ML</a:t>
            </a:r>
          </a:p>
          <a:p>
            <a:pPr lvl="0"/>
            <a:r>
              <a:rPr lang="en-US" dirty="0"/>
              <a:t>Game content generation-; </a:t>
            </a:r>
          </a:p>
          <a:p>
            <a:pPr lvl="0"/>
            <a:r>
              <a:rPr lang="en-US" dirty="0"/>
              <a:t>Examples include Houdini- 3D animation and visual effects, No Man’s sky.</a:t>
            </a:r>
          </a:p>
          <a:p>
            <a:pPr lvl="0"/>
            <a:r>
              <a:rPr lang="en-US" dirty="0"/>
              <a:t>Design and creativity-; examples- </a:t>
            </a:r>
            <a:r>
              <a:rPr lang="en-US" dirty="0" err="1"/>
              <a:t>Canva</a:t>
            </a:r>
            <a:r>
              <a:rPr lang="en-US" dirty="0"/>
              <a:t> uses smart templates and automatic design, </a:t>
            </a:r>
            <a:r>
              <a:rPr lang="en-US" dirty="0" err="1"/>
              <a:t>Prisma</a:t>
            </a:r>
            <a:r>
              <a:rPr lang="en-US" dirty="0"/>
              <a:t> applies artistic filters to photos using neural networks</a:t>
            </a:r>
          </a:p>
          <a:p>
            <a:pPr marL="0" lv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4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en-US" dirty="0" smtClean="0"/>
              <a:t>In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US" dirty="0" smtClean="0"/>
              <a:t>Generative </a:t>
            </a:r>
            <a:r>
              <a:rPr lang="en-US" dirty="0"/>
              <a:t>AI tools represent a significant advancement in artificial </a:t>
            </a:r>
            <a:r>
              <a:rPr lang="en-US" dirty="0" smtClean="0"/>
              <a:t>intelligence</a:t>
            </a:r>
          </a:p>
          <a:p>
            <a:r>
              <a:rPr lang="en-US" dirty="0" smtClean="0"/>
              <a:t> </a:t>
            </a:r>
            <a:r>
              <a:rPr lang="en-US" dirty="0"/>
              <a:t>enabling the creation of diverse and creative content across various domains, with models continually improving,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potential for generating realistic and novel outputs is expanding rapidly.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these tools evolve they are positioned to revolutionize industries such as entertainment, design, and communication, unlocking new possibilities for human-machine collaboration and creativity.</a:t>
            </a:r>
          </a:p>
        </p:txBody>
      </p:sp>
    </p:spTree>
    <p:extLst>
      <p:ext uri="{BB962C8B-B14F-4D97-AF65-F5344CB8AC3E}">
        <p14:creationId xmlns:p14="http://schemas.microsoft.com/office/powerpoint/2010/main" val="204037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285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GENERATIVE AI TOOLS</vt:lpstr>
      <vt:lpstr>What is Generative AI</vt:lpstr>
      <vt:lpstr>What are the examples of generative AI tools?</vt:lpstr>
      <vt:lpstr>What are the Models of Generative AI tools?</vt:lpstr>
      <vt:lpstr>In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TOOLS</dc:title>
  <dc:creator>Shekinah</dc:creator>
  <cp:lastModifiedBy>JOSEPHYL</cp:lastModifiedBy>
  <cp:revision>3</cp:revision>
  <dcterms:created xsi:type="dcterms:W3CDTF">2024-04-17T12:53:10Z</dcterms:created>
  <dcterms:modified xsi:type="dcterms:W3CDTF">2024-04-17T13:04:02Z</dcterms:modified>
</cp:coreProperties>
</file>