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2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3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3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1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9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4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4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4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8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7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7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6ED63-B90A-4403-A78A-593F5D392B8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0928C-1320-46D9-BEF5-957F12B7E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4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ADVERSARIAL NETWORKS(GANs)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406691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OBJECTIVES OF THIS LECTURE: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smtClean="0"/>
              <a:t>Define what a GAN is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smtClean="0"/>
              <a:t>Know how it works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smtClean="0"/>
              <a:t>Know the different types of GANs exist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smtClean="0"/>
              <a:t>The application of GANs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62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GENERATIVE ADVERSARIAL NETWORK</a:t>
            </a:r>
            <a:endParaRPr lang="en-US" dirty="0"/>
          </a:p>
          <a:p>
            <a:r>
              <a:rPr lang="en-US" dirty="0"/>
              <a:t>Generative adversarial network consist of two models that compete with one another to analyze capture and copy the variations within a database. The two models used are discriminator and generator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36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-GENERATOR-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934" y="1690688"/>
            <a:ext cx="10343866" cy="4068667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lvl="0"/>
            <a:r>
              <a:rPr lang="en-US" dirty="0" smtClean="0"/>
              <a:t>It learns to create fake data by interpreting feedback from the discriminator.</a:t>
            </a:r>
          </a:p>
          <a:p>
            <a:pPr lvl="0"/>
            <a:r>
              <a:rPr lang="en-US" dirty="0" smtClean="0"/>
              <a:t>The system generates newer, improved versions of fake data values until the predicting network can no longer distinguish fake from original.</a:t>
            </a:r>
          </a:p>
          <a:p>
            <a:pPr lvl="0"/>
            <a:r>
              <a:rPr lang="en-US" dirty="0" smtClean="0"/>
              <a:t>The main aim of the generator is to make the discriminator to classify its output as real.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9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-</a:t>
            </a:r>
            <a:r>
              <a:rPr lang="en-US" b="1" u="sng" dirty="0" smtClean="0"/>
              <a:t>DISCRIMINATOR-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</a:t>
            </a:r>
          </a:p>
          <a:p>
            <a:pPr lvl="0"/>
            <a:r>
              <a:rPr lang="en-US" dirty="0" smtClean="0"/>
              <a:t>Is a classifier that identifiers real data from data created by the generator.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75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GAN architecture has several applications: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Generate images</a:t>
            </a:r>
            <a:endParaRPr lang="en-US" dirty="0" smtClean="0"/>
          </a:p>
          <a:p>
            <a:r>
              <a:rPr lang="en-US" dirty="0" smtClean="0"/>
              <a:t>Generative adversarial networks create realistic images through text-based prompts or by modifying existing images.</a:t>
            </a:r>
          </a:p>
          <a:p>
            <a:r>
              <a:rPr lang="en-US" dirty="0" smtClean="0"/>
              <a:t>They can help create realistic and immersive visual experiences in video games and digital entertainment.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6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Generate 3D models from 2D data</a:t>
            </a:r>
            <a:endParaRPr lang="en-US" dirty="0" smtClean="0"/>
          </a:p>
          <a:p>
            <a:r>
              <a:rPr lang="en-US" dirty="0" smtClean="0"/>
              <a:t>GAN can generate 3D models from 2D photos or scanned images. </a:t>
            </a:r>
          </a:p>
          <a:p>
            <a:r>
              <a:rPr lang="en-US" dirty="0" smtClean="0"/>
              <a:t>For instance, in healthcare, GAN combines X-rays and other body scans to create realistic images of organs for surgical planning and simulation.</a:t>
            </a:r>
          </a:p>
        </p:txBody>
      </p:sp>
    </p:spTree>
    <p:extLst>
      <p:ext uri="{BB962C8B-B14F-4D97-AF65-F5344CB8AC3E}">
        <p14:creationId xmlns:p14="http://schemas.microsoft.com/office/powerpoint/2010/main" val="304858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Complete missing information</a:t>
            </a:r>
            <a:endParaRPr lang="en-US" dirty="0" smtClean="0"/>
          </a:p>
          <a:p>
            <a:r>
              <a:rPr lang="en-US" dirty="0" smtClean="0"/>
              <a:t>Sometimes, you may want the generative model to accurately guess and complete some missing information in a dataset.</a:t>
            </a:r>
          </a:p>
          <a:p>
            <a:r>
              <a:rPr lang="en-US" dirty="0" smtClean="0"/>
              <a:t>For instance, you can train GAN to generate images of the surface below ground (sub-surface) by understanding the correlation between surface data and underground structures. </a:t>
            </a:r>
          </a:p>
          <a:p>
            <a:r>
              <a:rPr lang="en-US" dirty="0" smtClean="0"/>
              <a:t>By studying known sub-surface images it can create new ones using terrain maps for energy applications like geothermal mapping or carbon capture and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IT WORKS: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generator neural network analyzes the training set and identifies data attributes.</a:t>
            </a:r>
          </a:p>
          <a:p>
            <a:r>
              <a:rPr lang="en-US" dirty="0" smtClean="0"/>
              <a:t>The discriminator neural network also analyzes the initial training data and distinguishes between the attributes independently.</a:t>
            </a:r>
          </a:p>
          <a:p>
            <a:r>
              <a:rPr lang="en-US" dirty="0" smtClean="0"/>
              <a:t>The generator modifies some data attributes by adding noise (or random changes) to certain attributes.</a:t>
            </a:r>
          </a:p>
          <a:p>
            <a:r>
              <a:rPr lang="en-US" dirty="0" smtClean="0"/>
              <a:t>The generator passes the modified data to the discriminator.</a:t>
            </a:r>
          </a:p>
          <a:p>
            <a:r>
              <a:rPr lang="en-US" dirty="0" smtClean="0"/>
              <a:t>The discriminator calculates the probability that the generated output belongs to the original dataset.</a:t>
            </a:r>
          </a:p>
          <a:p>
            <a:r>
              <a:rPr lang="en-US" dirty="0" smtClean="0"/>
              <a:t>The discriminator gives some guidance to the generator to reduce the noise vector randomization in the next cycle.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88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TYPES OF GAN: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Super-resolution GAN</a:t>
            </a:r>
            <a:endParaRPr lang="en-US" dirty="0" smtClean="0"/>
          </a:p>
          <a:p>
            <a:r>
              <a:rPr lang="en-US" dirty="0" smtClean="0"/>
              <a:t>Super-resolution GANS (SRGANs) focus on upscaling low-resolution images to high resolution. </a:t>
            </a:r>
          </a:p>
          <a:p>
            <a:r>
              <a:rPr lang="en-US" dirty="0" smtClean="0"/>
              <a:t>The goal is to enhance images to a higher resolution while maintaining image quality and </a:t>
            </a:r>
            <a:r>
              <a:rPr lang="en-US" dirty="0" err="1" smtClean="0"/>
              <a:t>det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520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Conditional GAN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conditional GAN (CGAN) introduces the concept of conditionality, allowing for targeted data generation.</a:t>
            </a:r>
          </a:p>
          <a:p>
            <a:r>
              <a:rPr lang="en-US" dirty="0" smtClean="0"/>
              <a:t>The generator and discriminator receive additional information, typically as class labels or some other form of conditioning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2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Vanilla GAN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the basic GAN model that generates data variation with little or no feedback from the discriminator network. </a:t>
            </a:r>
          </a:p>
          <a:p>
            <a:r>
              <a:rPr lang="en-US" dirty="0" smtClean="0"/>
              <a:t>A vanilla GAN typically requires enhancements for most real-world use cases.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 good example of GAN is </a:t>
            </a:r>
            <a:r>
              <a:rPr lang="en-US" u="sng" dirty="0" smtClean="0"/>
              <a:t>thispersondoesnotexist.com.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5687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494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GENERATIVE ADVERSARIAL NETWORKS(GANs) </vt:lpstr>
      <vt:lpstr>PowerPoint Presentation</vt:lpstr>
      <vt:lpstr>-GENERATOR-</vt:lpstr>
      <vt:lpstr>-DISCRIMINATOR-</vt:lpstr>
      <vt:lpstr>The GAN architecture has several applications: </vt:lpstr>
      <vt:lpstr>PowerPoint Presentation</vt:lpstr>
      <vt:lpstr>PowerPoint Presentation</vt:lpstr>
      <vt:lpstr>HOW IT WORKS: </vt:lpstr>
      <vt:lpstr>TYPES OF GAN: </vt:lpstr>
      <vt:lpstr>Conditional GAN </vt:lpstr>
      <vt:lpstr>Vanilla GAN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ADVERSARIAL NETWORKS</dc:title>
  <dc:creator>Windows User</dc:creator>
  <cp:lastModifiedBy>Windows User</cp:lastModifiedBy>
  <cp:revision>2</cp:revision>
  <dcterms:created xsi:type="dcterms:W3CDTF">2024-04-17T06:33:21Z</dcterms:created>
  <dcterms:modified xsi:type="dcterms:W3CDTF">2024-04-17T06:38:57Z</dcterms:modified>
</cp:coreProperties>
</file>