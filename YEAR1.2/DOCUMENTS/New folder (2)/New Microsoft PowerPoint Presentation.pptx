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0"/>
  </p:normalViewPr>
  <p:slideViewPr>
    <p:cSldViewPr>
      <p:cViewPr varScale="1">
        <p:scale>
          <a:sx n="67" d="100"/>
          <a:sy n="67" d="100"/>
        </p:scale>
        <p:origin x="-146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GENERATIVE AI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DEEP LEARNING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28237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1752600"/>
            <a:ext cx="7467600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Generative AI: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use of  AI to create new content, like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text, Images, music, audio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and videos.</a:t>
            </a:r>
          </a:p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Deep learning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: type of machine based on artificial neural networks in which multiple layers of processing are used to extract progressively higher level features from data.</a:t>
            </a: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Method of AI that teaches  computers to process data in a way that is inspired by the humans brain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3527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itchFamily="18" charset="0"/>
                <a:cs typeface="Times New Roman" pitchFamily="18" charset="0"/>
              </a:rPr>
              <a:t>Neural networks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b="1" dirty="0">
                <a:latin typeface="Times New Roman" pitchFamily="18" charset="0"/>
                <a:ea typeface="Calibri"/>
                <a:cs typeface="Times New Roman" pitchFamily="18" charset="0"/>
              </a:rPr>
              <a:t>The layers</a:t>
            </a:r>
            <a:endParaRPr lang="en-US" dirty="0"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lvl="0">
              <a:lnSpc>
                <a:spcPct val="115000"/>
              </a:lnSpc>
              <a:spcBef>
                <a:spcPts val="0"/>
              </a:spcBef>
              <a:buFont typeface="Wingdings"/>
              <a:buChar char=""/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Input layer-data enters through.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Font typeface="Wingdings"/>
              <a:buChar char=""/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Output layer -makes final results or prediction.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Font typeface="Wingdings"/>
              <a:buChar char=""/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Hidden layers-process and transport data to other layers.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buFont typeface="Wingdings"/>
              <a:buChar char=""/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Artificial neurons-units that receive inputs, apply weight and produce an output using an activation function.</a:t>
            </a:r>
          </a:p>
          <a:p>
            <a:pPr lv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Font typeface="Wingdings"/>
              <a:buChar char=""/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Deep architectures-networks with many hidden layers capture intricate patterns and relationships in data.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65144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8229600" cy="1399032"/>
          </a:xfrm>
        </p:spPr>
        <p:txBody>
          <a:bodyPr>
            <a:normAutofit fontScale="9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4400" b="1" dirty="0">
                <a:latin typeface="Times New Roman"/>
                <a:ea typeface="Calibri"/>
                <a:cs typeface="Times New Roman"/>
              </a:rPr>
              <a:t>Applications</a:t>
            </a:r>
            <a:r>
              <a:rPr lang="en-US" dirty="0">
                <a:ea typeface="Calibri"/>
                <a:cs typeface="Times New Roman"/>
              </a:rPr>
              <a:t/>
            </a:r>
            <a:br>
              <a:rPr lang="en-US" dirty="0">
                <a:ea typeface="Calibri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Computer vision-deep learning powers image recognition, object detection and segmentation tasks, enabling applications like autonomous vehicles and medical imaging.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Natural language processing-deep learning models achieves state-of-art performance in tasks like machine translation, sentiment analysis, and text generation.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Speech recognition- deep learning algorithms dominate speech recognition systems, facilitating virtual assistants and voice-controlled devices.</a:t>
            </a:r>
          </a:p>
          <a:p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Recommendation systems-deep learning enhances recommendation engines by learning complex user preferences from large-scale data.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432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4000" b="1" dirty="0">
                <a:solidFill>
                  <a:prstClr val="black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Challenges</a:t>
            </a:r>
            <a:r>
              <a:rPr lang="en-US" sz="4000" dirty="0">
                <a:solidFill>
                  <a:prstClr val="black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/>
            </a:r>
            <a:br>
              <a:rPr lang="en-US" sz="4000" dirty="0">
                <a:solidFill>
                  <a:prstClr val="black"/>
                </a:solidFill>
                <a:latin typeface="Times New Roman" pitchFamily="18" charset="0"/>
                <a:ea typeface="Calibri"/>
                <a:cs typeface="Times New Roman" pitchFamily="18" charset="0"/>
              </a:rPr>
            </a:b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 smtClean="0">
                <a:latin typeface="Times New Roman" pitchFamily="18" charset="0"/>
                <a:ea typeface="Calibri"/>
                <a:cs typeface="Times New Roman" pitchFamily="18" charset="0"/>
              </a:rPr>
              <a:t>Over fitting-deep </a:t>
            </a: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networks are prone to over fitting, where they perform well on training data but generalize poorly to unseen data.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Vanishing and exploding gradients-deep learning networks may suffer from gradients becoming too small or too large affecting training stability.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Interpretability-understanding why deep learning models make specific predictions remains a challenge.</a:t>
            </a:r>
          </a:p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9889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4000" b="1" dirty="0">
                <a:solidFill>
                  <a:prstClr val="black"/>
                </a:solidFill>
                <a:latin typeface="Times New Roman"/>
                <a:ea typeface="Calibri"/>
                <a:cs typeface="Times New Roman"/>
              </a:rPr>
              <a:t>Future directions</a:t>
            </a:r>
            <a:r>
              <a:rPr lang="en-US" sz="3000" dirty="0">
                <a:solidFill>
                  <a:prstClr val="black"/>
                </a:solidFill>
                <a:ea typeface="Calibri"/>
                <a:cs typeface="Times New Roman"/>
              </a:rPr>
              <a:t/>
            </a:r>
            <a:br>
              <a:rPr lang="en-US" sz="3000" dirty="0">
                <a:solidFill>
                  <a:prstClr val="black"/>
                </a:solidFill>
                <a:ea typeface="Calibri"/>
                <a:cs typeface="Times New Roman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229600" cy="4572000"/>
          </a:xfrm>
        </p:spPr>
        <p:txBody>
          <a:bodyPr>
            <a:normAutofit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dirty="0">
              <a:ea typeface="Calibri"/>
              <a:cs typeface="Times New Roman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Explainable AI-developing methods to interpret and explain the decisions made by deep learning models.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Continual learning-enabling deep networks to adapt and learn from new data without forgetting.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Multi-model learning-integrating information from multiple modalities (e.g. text, image, audio) to build more comprehensive </a:t>
            </a:r>
            <a:r>
              <a:rPr lang="en-US" sz="2400" dirty="0" smtClean="0">
                <a:latin typeface="Times New Roman" pitchFamily="18" charset="0"/>
                <a:ea typeface="Calibri"/>
                <a:cs typeface="Times New Roman" pitchFamily="18" charset="0"/>
              </a:rPr>
              <a:t>AI systems</a:t>
            </a: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1886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4000" b="1" dirty="0">
                <a:solidFill>
                  <a:prstClr val="black"/>
                </a:solidFill>
                <a:effectLst/>
                <a:latin typeface="Times New Roman"/>
                <a:ea typeface="Calibri"/>
                <a:cs typeface="Times New Roman"/>
              </a:rPr>
              <a:t>Ethical considerations</a:t>
            </a:r>
            <a:r>
              <a:rPr lang="en-US" sz="3000" dirty="0">
                <a:solidFill>
                  <a:prstClr val="black"/>
                </a:solidFill>
                <a:effectLst/>
                <a:ea typeface="Calibri"/>
                <a:cs typeface="Times New Roman"/>
              </a:rPr>
              <a:t/>
            </a:r>
            <a:br>
              <a:rPr lang="en-US" sz="3000" dirty="0">
                <a:solidFill>
                  <a:prstClr val="black"/>
                </a:solidFill>
                <a:effectLst/>
                <a:ea typeface="Calibri"/>
                <a:cs typeface="Times New Roman"/>
              </a:rPr>
            </a:br>
            <a:endParaRPr lang="en-US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 smtClean="0">
                <a:latin typeface="Times New Roman" pitchFamily="18" charset="0"/>
                <a:ea typeface="Calibri"/>
                <a:cs typeface="Times New Roman" pitchFamily="18" charset="0"/>
              </a:rPr>
              <a:t>Automation </a:t>
            </a: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and job displacement-deep leaning capabilities raise concerns about job displacement and socioeconomic inequality.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Privacy concerns models trained on sensitive data may leak private information to adversarial attacks.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2400" dirty="0">
                <a:latin typeface="Times New Roman" pitchFamily="18" charset="0"/>
                <a:ea typeface="Calibri"/>
                <a:cs typeface="Times New Roman" pitchFamily="18" charset="0"/>
              </a:rPr>
              <a:t>Bias and fairness- models can perpetuate biases present in training data, leading to unfair outcomes, especially in areas like hiring.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4174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23</TotalTime>
  <Words>372</Words>
  <Application>Microsoft Office PowerPoint</Application>
  <PresentationFormat>On-screen Show (4:3)</PresentationFormat>
  <Paragraphs>30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Verve</vt:lpstr>
      <vt:lpstr>GENERATIVE AI</vt:lpstr>
      <vt:lpstr>PowerPoint Presentation</vt:lpstr>
      <vt:lpstr>Neural networks </vt:lpstr>
      <vt:lpstr>Applications </vt:lpstr>
      <vt:lpstr>Challenges </vt:lpstr>
      <vt:lpstr>Future directions </vt:lpstr>
      <vt:lpstr>Ethical considerations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GENERATIVE AI</dc:title>
  <dc:creator>PESHY</dc:creator>
  <cp:lastModifiedBy>patience</cp:lastModifiedBy>
  <cp:revision>4</cp:revision>
  <dcterms:created xsi:type="dcterms:W3CDTF">2006-08-16T00:00:00Z</dcterms:created>
  <dcterms:modified xsi:type="dcterms:W3CDTF">2024-04-17T15:07:11Z</dcterms:modified>
</cp:coreProperties>
</file>